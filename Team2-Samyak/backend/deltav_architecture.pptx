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DeltaV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3083" y="1413163"/>
            <a:ext cx="5054138" cy="5685905"/>
          </a:xfrm>
          <a:prstGeom prst="rect">
            <a:avLst/>
          </a:prstGeom>
          <a:solidFill>
            <a:srgbClr val="E6F0FF">
              <a:alpha val="50000"/>
            </a:srgbClr>
          </a:solidFill>
          <a:ln w="19050">
            <a:solidFill>
              <a:srgbClr val="78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74872" y="1413163"/>
            <a:ext cx="5054138" cy="5685905"/>
          </a:xfrm>
          <a:prstGeom prst="rect">
            <a:avLst/>
          </a:prstGeom>
          <a:solidFill>
            <a:srgbClr val="E6F0FF">
              <a:alpha val="50000"/>
            </a:srgbClr>
          </a:solidFill>
          <a:ln w="19050">
            <a:solidFill>
              <a:srgbClr val="78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76661" y="1413163"/>
            <a:ext cx="5054138" cy="5685905"/>
          </a:xfrm>
          <a:prstGeom prst="rect">
            <a:avLst/>
          </a:prstGeom>
          <a:solidFill>
            <a:srgbClr val="E6F0FF">
              <a:alpha val="50000"/>
            </a:srgbClr>
          </a:solidFill>
          <a:ln w="19050">
            <a:solidFill>
              <a:srgbClr val="78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5790" y="1918577"/>
            <a:ext cx="1389888" cy="4422370"/>
          </a:xfrm>
          <a:prstGeom prst="rect">
            <a:avLst/>
          </a:prstGeom>
          <a:solidFill>
            <a:srgbClr val="4678C8"/>
          </a:solidFill>
          <a:ln w="9525">
            <a:solidFill>
              <a:srgbClr val="2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SRV-01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3620" y="1918577"/>
            <a:ext cx="1389888" cy="4422370"/>
          </a:xfrm>
          <a:prstGeom prst="rect">
            <a:avLst/>
          </a:prstGeom>
          <a:solidFill>
            <a:srgbClr val="4678C8"/>
          </a:solidFill>
          <a:ln w="9525">
            <a:solidFill>
              <a:srgbClr val="2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IO-01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7579" y="1918577"/>
            <a:ext cx="1389888" cy="4422370"/>
          </a:xfrm>
          <a:prstGeom prst="rect">
            <a:avLst/>
          </a:prstGeom>
          <a:solidFill>
            <a:srgbClr val="4678C8"/>
          </a:solidFill>
          <a:ln w="9525">
            <a:solidFill>
              <a:srgbClr val="2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SRV-01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29368" y="1918577"/>
            <a:ext cx="1389888" cy="4422370"/>
          </a:xfrm>
          <a:prstGeom prst="rect">
            <a:avLst/>
          </a:prstGeom>
          <a:solidFill>
            <a:srgbClr val="4678C8"/>
          </a:solidFill>
          <a:ln w="9525">
            <a:solidFill>
              <a:srgbClr val="2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77198" y="1918577"/>
            <a:ext cx="1389888" cy="4422370"/>
          </a:xfrm>
          <a:prstGeom prst="rect">
            <a:avLst/>
          </a:prstGeom>
          <a:solidFill>
            <a:srgbClr val="4678C8"/>
          </a:solidFill>
          <a:ln w="9525">
            <a:solidFill>
              <a:srgbClr val="2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djh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42747" y="6404125"/>
            <a:ext cx="631767" cy="442237"/>
          </a:xfrm>
          <a:prstGeom prst="rect">
            <a:avLst/>
          </a:prstGeom>
          <a:solidFill>
            <a:srgbClr val="FFA050"/>
          </a:solidFill>
          <a:ln w="9525">
            <a:solidFill>
              <a:srgbClr val="C8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800" b="0">
                <a:solidFill>
                  <a:srgbClr val="141414"/>
                </a:solidFill>
              </a:defRPr>
            </a:pPr>
            <a:r>
              <a:t>FOPP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0555" y="2329226"/>
            <a:ext cx="1200357" cy="315883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CNTR-PRI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0555" y="2695651"/>
            <a:ext cx="1200357" cy="315883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CNTR-SEC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161" y="2329226"/>
            <a:ext cx="303248" cy="284295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CIOC-01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2680" y="2329226"/>
            <a:ext cx="303248" cy="284295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CIOC-02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1199" y="2329226"/>
            <a:ext cx="303248" cy="284295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CIOC-03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9718" y="2329226"/>
            <a:ext cx="303248" cy="284295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CIOC-04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24133" y="2329226"/>
            <a:ext cx="1200357" cy="315883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asd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71963" y="2329226"/>
            <a:ext cx="1200357" cy="315883"/>
          </a:xfrm>
          <a:prstGeom prst="rect">
            <a:avLst/>
          </a:prstGeom>
          <a:solidFill>
            <a:srgbClr val="64B4F0"/>
          </a:solidFill>
          <a:ln w="9525">
            <a:solidFill>
              <a:srgbClr val="3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djh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4161" y="2645109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161" y="2897816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4161" y="3150523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4161" y="3403230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24161" y="3655937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4161" y="3908644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4161" y="4161351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4161" y="4414058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2680" y="2645109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2680" y="2897816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2680" y="3150523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2680" y="3403230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2680" y="3655937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2680" y="3908644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2680" y="4161351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52680" y="4414058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1199" y="2645109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1199" y="2897816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1199" y="3150523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1199" y="3403230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1199" y="3655937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81199" y="3908644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81199" y="4161351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81199" y="4414058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9718" y="2645109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9718" y="2897816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9718" y="3150523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09718" y="3403230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9718" y="3655937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BP-29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9718" y="3908644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9718" y="4161351"/>
            <a:ext cx="303248" cy="221118"/>
          </a:xfrm>
          <a:prstGeom prst="rect">
            <a:avLst/>
          </a:prstGeom>
          <a:solidFill>
            <a:srgbClr val="A0DCAA"/>
          </a:solidFill>
          <a:ln w="9525">
            <a:solidFill>
              <a:srgbClr val="5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600" b="0">
                <a:solidFill>
                  <a:srgbClr val="141414"/>
                </a:solidFill>
              </a:defRPr>
            </a:pPr>
            <a:r>
              <a:t>BP-31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0555" y="3062076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DeltaV Rack Workstation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0555" y="3396912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DeltaV Smart Switch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0555" y="3731749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19 inch Sliding Screen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0555" y="4066586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APC UPS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20555" y="4401422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Hirschmann Industrial Switch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2344" y="2329226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DeltaV Full-sized Tower Workstation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22344" y="2664062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24-inch Monitor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22344" y="2998899"/>
            <a:ext cx="1200357" cy="284295"/>
          </a:xfrm>
          <a:prstGeom prst="rect">
            <a:avLst/>
          </a:prstGeom>
          <a:solidFill>
            <a:srgbClr val="D2E1FA"/>
          </a:solidFill>
          <a:ln w="9525">
            <a:solidFill>
              <a:srgbClr val="82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38100" rIns="38100"/>
          <a:lstStyle/>
          <a:p>
            <a:pPr algn="ctr">
              <a:defRPr sz="700" b="0">
                <a:solidFill>
                  <a:srgbClr val="141414"/>
                </a:solidFill>
              </a:defRPr>
            </a:pPr>
            <a:r>
              <a:t>Printer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0" y="137160"/>
            <a:ext cx="201168" cy="182880"/>
          </a:xfrm>
          <a:prstGeom prst="rect">
            <a:avLst/>
          </a:prstGeom>
          <a:solidFill>
            <a:srgbClr val="E6F0F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58032" y="1371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Room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0" y="393192"/>
            <a:ext cx="201168" cy="182880"/>
          </a:xfrm>
          <a:prstGeom prst="rect">
            <a:avLst/>
          </a:prstGeom>
          <a:solidFill>
            <a:srgbClr val="4678C8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258032" y="39319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Cabinet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002000" y="649224"/>
            <a:ext cx="201168" cy="182880"/>
          </a:xfrm>
          <a:prstGeom prst="rect">
            <a:avLst/>
          </a:prstGeom>
          <a:solidFill>
            <a:srgbClr val="64B4F0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258032" y="64922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Controller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0" y="905256"/>
            <a:ext cx="201168" cy="182880"/>
          </a:xfrm>
          <a:prstGeom prst="rect">
            <a:avLst/>
          </a:prstGeom>
          <a:solidFill>
            <a:srgbClr val="D2E1FA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58032" y="90525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Device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002000" y="1161288"/>
            <a:ext cx="201168" cy="182880"/>
          </a:xfrm>
          <a:prstGeom prst="rect">
            <a:avLst/>
          </a:prstGeom>
          <a:solidFill>
            <a:srgbClr val="A0DCAA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258032" y="1161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Baseplate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002000" y="1417320"/>
            <a:ext cx="201168" cy="182880"/>
          </a:xfrm>
          <a:prstGeom prst="rect">
            <a:avLst/>
          </a:prstGeom>
          <a:solidFill>
            <a:srgbClr val="FFA050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258032" y="14173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FOPP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