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02052" y="320040"/>
            <a:ext cx="5193792" cy="6355080"/>
          </a:xfrm>
          <a:prstGeom prst="rect">
            <a:avLst/>
          </a:prstGeom>
          <a:solidFill>
            <a:srgbClr val="FFFFFF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02052" y="320040"/>
            <a:ext cx="5193792" cy="237744"/>
          </a:xfrm>
          <a:prstGeom prst="rect">
            <a:avLst/>
          </a:prstGeom>
          <a:solidFill>
            <a:srgbClr val="37474F"/>
          </a:solidFill>
          <a:ln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02052" y="320040"/>
            <a:ext cx="5193792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PDC 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15883" y="320040"/>
            <a:ext cx="1243584" cy="6355080"/>
          </a:xfrm>
          <a:prstGeom prst="rect">
            <a:avLst/>
          </a:prstGeom>
          <a:solidFill>
            <a:srgbClr val="FFFFFF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15883" y="320040"/>
            <a:ext cx="1243584" cy="237744"/>
          </a:xfrm>
          <a:prstGeom prst="rect">
            <a:avLst/>
          </a:prstGeom>
          <a:solidFill>
            <a:srgbClr val="37474F"/>
          </a:solidFill>
          <a:ln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15883" y="320040"/>
            <a:ext cx="1243584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OPERATOR ROOM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3220" y="667512"/>
            <a:ext cx="841248" cy="5449824"/>
          </a:xfrm>
          <a:prstGeom prst="rect">
            <a:avLst/>
          </a:prstGeom>
          <a:solidFill>
            <a:srgbClr val="E8EAF6"/>
          </a:solidFill>
          <a:ln w="1524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03220" y="667512"/>
            <a:ext cx="841248" cy="201168"/>
          </a:xfrm>
          <a:prstGeom prst="rect">
            <a:avLst/>
          </a:prstGeom>
          <a:solidFill>
            <a:srgbClr val="3949AB"/>
          </a:solidFill>
          <a:ln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3220" y="667512"/>
            <a:ext cx="841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SRV-01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90772" y="667512"/>
            <a:ext cx="2816352" cy="5449824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90772" y="667512"/>
            <a:ext cx="2816352" cy="201168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0772" y="667512"/>
            <a:ext cx="2816352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IO-01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90772" y="868680"/>
            <a:ext cx="841248" cy="5248656"/>
          </a:xfrm>
          <a:prstGeom prst="rect">
            <a:avLst/>
          </a:prstGeom>
          <a:solidFill>
            <a:srgbClr val="F1F8E9"/>
          </a:solidFill>
          <a:ln w="889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77740" y="868680"/>
            <a:ext cx="841248" cy="5248656"/>
          </a:xfrm>
          <a:prstGeom prst="rect">
            <a:avLst/>
          </a:prstGeom>
          <a:solidFill>
            <a:srgbClr val="F1F8E9"/>
          </a:solidFill>
          <a:ln w="889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4708" y="868680"/>
            <a:ext cx="841248" cy="5248656"/>
          </a:xfrm>
          <a:prstGeom prst="rect">
            <a:avLst/>
          </a:prstGeom>
          <a:solidFill>
            <a:srgbClr val="F1F8E9"/>
          </a:solidFill>
          <a:ln w="889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3428" y="667512"/>
            <a:ext cx="841248" cy="5449824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3428" y="667512"/>
            <a:ext cx="841248" cy="201168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3428" y="667512"/>
            <a:ext cx="841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IO-02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3428" y="868680"/>
            <a:ext cx="841248" cy="5248656"/>
          </a:xfrm>
          <a:prstGeom prst="rect">
            <a:avLst/>
          </a:prstGeom>
          <a:solidFill>
            <a:srgbClr val="F1F8E9"/>
          </a:solidFill>
          <a:ln w="889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7052" y="667512"/>
            <a:ext cx="841248" cy="5449824"/>
          </a:xfrm>
          <a:prstGeom prst="rect">
            <a:avLst/>
          </a:prstGeom>
          <a:solidFill>
            <a:srgbClr val="FFF8E1"/>
          </a:solidFill>
          <a:ln w="1524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7052" y="667512"/>
            <a:ext cx="841248" cy="201168"/>
          </a:xfrm>
          <a:prstGeom prst="rect">
            <a:avLst/>
          </a:prstGeom>
          <a:solidFill>
            <a:srgbClr val="F57F17"/>
          </a:solidFill>
          <a:ln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7052" y="667512"/>
            <a:ext cx="841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WD-01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67228" y="932688"/>
            <a:ext cx="713232" cy="256032"/>
          </a:xfrm>
          <a:prstGeom prst="rect">
            <a:avLst/>
          </a:prstGeom>
          <a:solidFill>
            <a:srgbClr val="E3F2FD"/>
          </a:solidFill>
          <a:ln w="76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67228" y="932688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0D47A1"/>
                </a:solidFill>
              </a:rPr>
              <a:t>PRI CNTR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67228" y="1234440"/>
            <a:ext cx="713232" cy="256032"/>
          </a:xfrm>
          <a:prstGeom prst="rect">
            <a:avLst/>
          </a:prstGeom>
          <a:solidFill>
            <a:srgbClr val="E3F2FD"/>
          </a:solidFill>
          <a:ln w="76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7228" y="1234440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0D47A1"/>
                </a:solidFill>
              </a:rPr>
              <a:t>SEC CNTR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67228" y="1536192"/>
            <a:ext cx="713232" cy="256032"/>
          </a:xfrm>
          <a:prstGeom prst="rect">
            <a:avLst/>
          </a:prstGeom>
          <a:solidFill>
            <a:srgbClr val="F3E5F5"/>
          </a:solidFill>
          <a:ln w="762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67228" y="1536192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4A148C"/>
                </a:solidFill>
              </a:rPr>
              <a:t>DELTAV RACK 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67228" y="1837943"/>
            <a:ext cx="713232" cy="256032"/>
          </a:xfrm>
          <a:prstGeom prst="rect">
            <a:avLst/>
          </a:prstGeom>
          <a:solidFill>
            <a:srgbClr val="F3E5F5"/>
          </a:solidFill>
          <a:ln w="762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67228" y="1837943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4A148C"/>
                </a:solidFill>
              </a:rPr>
              <a:t>DELTAV SMART SWI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67228" y="2139696"/>
            <a:ext cx="713232" cy="256032"/>
          </a:xfrm>
          <a:prstGeom prst="rect">
            <a:avLst/>
          </a:prstGeom>
          <a:solidFill>
            <a:srgbClr val="F3E5F5"/>
          </a:solidFill>
          <a:ln w="762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7228" y="2139696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4A148C"/>
                </a:solidFill>
              </a:rPr>
              <a:t>19 INCH SLIDING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67228" y="2441448"/>
            <a:ext cx="713232" cy="256032"/>
          </a:xfrm>
          <a:prstGeom prst="rect">
            <a:avLst/>
          </a:prstGeom>
          <a:solidFill>
            <a:srgbClr val="F3E5F5"/>
          </a:solidFill>
          <a:ln w="762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67228" y="2441448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4A148C"/>
                </a:solidFill>
              </a:rPr>
              <a:t>APC UPS 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67228" y="2743200"/>
            <a:ext cx="713232" cy="256032"/>
          </a:xfrm>
          <a:prstGeom prst="rect">
            <a:avLst/>
          </a:prstGeom>
          <a:solidFill>
            <a:srgbClr val="F3E5F5"/>
          </a:solidFill>
          <a:ln w="762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67228" y="2743200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4A148C"/>
                </a:solidFill>
              </a:rPr>
              <a:t>HIRSCHMANN INDUS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54780" y="932688"/>
            <a:ext cx="713232" cy="292608"/>
          </a:xfrm>
          <a:prstGeom prst="rect">
            <a:avLst/>
          </a:prstGeom>
          <a:solidFill>
            <a:srgbClr val="C8E6C9"/>
          </a:solidFill>
          <a:ln w="762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54780" y="932688"/>
            <a:ext cx="71323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1B5E20"/>
                </a:solidFill>
              </a:rPr>
              <a:t>CIOC-01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54780" y="1271016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54780" y="1271016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BP-01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54780" y="1572768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54780" y="1572768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BP-02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54780" y="1874520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54780" y="1874520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BP-03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54780" y="2176272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54780" y="2176272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54780" y="2478024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54780" y="2478024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BP-05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4780" y="2779776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54780" y="2779776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BP-06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54780" y="3081528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54780" y="3081528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BP-07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54780" y="3383280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54780" y="3383280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BP-08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41748" y="932688"/>
            <a:ext cx="713232" cy="292608"/>
          </a:xfrm>
          <a:prstGeom prst="rect">
            <a:avLst/>
          </a:prstGeom>
          <a:solidFill>
            <a:srgbClr val="C8E6C9"/>
          </a:solidFill>
          <a:ln w="762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41748" y="932688"/>
            <a:ext cx="71323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1B5E20"/>
                </a:solidFill>
              </a:rPr>
              <a:t>CIOC-02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41748" y="1271016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41748" y="1271016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BP-09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41748" y="1572768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41748" y="1572768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41748" y="1874520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41748" y="1874520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BP-11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41748" y="2176272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41748" y="2176272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BP-12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841748" y="2478024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41748" y="2478024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BP-13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41748" y="2779776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41748" y="2779776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BP-14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41748" y="3081528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41748" y="3081528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BP-15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841748" y="3383280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841748" y="3383280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BP-16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28716" y="932688"/>
            <a:ext cx="713232" cy="292608"/>
          </a:xfrm>
          <a:prstGeom prst="rect">
            <a:avLst/>
          </a:prstGeom>
          <a:solidFill>
            <a:srgbClr val="C8E6C9"/>
          </a:solidFill>
          <a:ln w="762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28716" y="932688"/>
            <a:ext cx="71323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1B5E20"/>
                </a:solidFill>
              </a:rPr>
              <a:t>CIOC-03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728716" y="1271016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728716" y="1271016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BP-17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28716" y="1572768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28716" y="1572768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BP-18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728716" y="1874520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728716" y="1874520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BP-19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28716" y="2176272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728716" y="2176272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BP-20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728716" y="2478024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28716" y="2478024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BP-21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728716" y="2779776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728716" y="2779776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BP-22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728716" y="3081528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728716" y="3081528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BP-23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728716" y="3383280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728716" y="3383280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BP-24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17436" y="932688"/>
            <a:ext cx="713232" cy="292608"/>
          </a:xfrm>
          <a:prstGeom prst="rect">
            <a:avLst/>
          </a:prstGeom>
          <a:solidFill>
            <a:srgbClr val="C8E6C9"/>
          </a:solidFill>
          <a:ln w="762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917436" y="932688"/>
            <a:ext cx="71323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1B5E20"/>
                </a:solidFill>
              </a:rPr>
              <a:t>CIOC-04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17436" y="1271016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917436" y="1271016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BP-25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917436" y="1572768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917436" y="1572768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BP-26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17436" y="1874520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17436" y="1874520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BP-27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917436" y="2176272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917436" y="2176272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BP-28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917436" y="2478024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917436" y="2478024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BP-29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917436" y="2779776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917436" y="2779776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BP-30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917436" y="3081528"/>
            <a:ext cx="713232" cy="256032"/>
          </a:xfrm>
          <a:prstGeom prst="rect">
            <a:avLst/>
          </a:prstGeom>
          <a:solidFill>
            <a:srgbClr val="DCEDC8"/>
          </a:solidFill>
          <a:ln w="7620">
            <a:solidFill>
              <a:srgbClr val="AED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917436" y="3081528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33691E"/>
                </a:solidFill>
              </a:rPr>
              <a:t>BP-31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481060" y="932688"/>
            <a:ext cx="713232" cy="256032"/>
          </a:xfrm>
          <a:prstGeom prst="rect">
            <a:avLst/>
          </a:prstGeom>
          <a:solidFill>
            <a:srgbClr val="F3E5F5"/>
          </a:solidFill>
          <a:ln w="762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481060" y="932688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4A148C"/>
                </a:solidFill>
              </a:rPr>
              <a:t>DELTAV FULL SIZE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481060" y="1234440"/>
            <a:ext cx="713232" cy="256032"/>
          </a:xfrm>
          <a:prstGeom prst="rect">
            <a:avLst/>
          </a:prstGeom>
          <a:solidFill>
            <a:srgbClr val="F3E5F5"/>
          </a:solidFill>
          <a:ln w="762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481060" y="1234440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4A148C"/>
                </a:solidFill>
              </a:rPr>
              <a:t>24 INCH MONITOR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481060" y="1536192"/>
            <a:ext cx="713232" cy="256032"/>
          </a:xfrm>
          <a:prstGeom prst="rect">
            <a:avLst/>
          </a:prstGeom>
          <a:solidFill>
            <a:srgbClr val="F3E5F5"/>
          </a:solidFill>
          <a:ln w="762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481060" y="1536192"/>
            <a:ext cx="713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4A148C"/>
                </a:solidFill>
              </a:rPr>
              <a:t>PRINTER 01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054596" y="6281927"/>
            <a:ext cx="640080" cy="256032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054596" y="6281927"/>
            <a:ext cx="640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BF360C"/>
                </a:solidFill>
              </a:rPr>
              <a:t>FOPP-OTHER-01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618219" y="6281927"/>
            <a:ext cx="640080" cy="256032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618219" y="6281927"/>
            <a:ext cx="640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BF360C"/>
                </a:solidFill>
              </a:rPr>
              <a:t>FOPP-OPR-01</a:t>
            </a:r>
          </a:p>
        </p:txBody>
      </p:sp>
      <p:cxnSp>
        <p:nvCxnSpPr>
          <p:cNvPr id="118" name="Connector 117"/>
          <p:cNvCxnSpPr/>
          <p:nvPr/>
        </p:nvCxnSpPr>
        <p:spPr>
          <a:xfrm flipV="1">
            <a:off x="7374636" y="6199631"/>
            <a:ext cx="0" cy="82296"/>
          </a:xfrm>
          <a:prstGeom prst="line">
            <a:avLst/>
          </a:prstGeom>
          <a:ln w="1143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323844" y="6199631"/>
            <a:ext cx="4050792" cy="0"/>
          </a:xfrm>
          <a:prstGeom prst="line">
            <a:avLst/>
          </a:prstGeom>
          <a:ln w="1143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323844" y="6117336"/>
            <a:ext cx="0" cy="82295"/>
          </a:xfrm>
          <a:prstGeom prst="line">
            <a:avLst/>
          </a:prstGeom>
          <a:ln w="1143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7374636" y="6199631"/>
            <a:ext cx="0" cy="82296"/>
          </a:xfrm>
          <a:prstGeom prst="line">
            <a:avLst/>
          </a:prstGeom>
          <a:ln w="1143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5298948" y="6199631"/>
            <a:ext cx="2075688" cy="0"/>
          </a:xfrm>
          <a:prstGeom prst="line">
            <a:avLst/>
          </a:prstGeom>
          <a:ln w="1143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5298948" y="6117336"/>
            <a:ext cx="0" cy="82295"/>
          </a:xfrm>
          <a:prstGeom prst="line">
            <a:avLst/>
          </a:prstGeom>
          <a:ln w="1143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7374636" y="6199631"/>
            <a:ext cx="0" cy="82296"/>
          </a:xfrm>
          <a:prstGeom prst="line">
            <a:avLst/>
          </a:prstGeom>
          <a:ln w="1143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274052" y="6199631"/>
            <a:ext cx="100584" cy="0"/>
          </a:xfrm>
          <a:prstGeom prst="line">
            <a:avLst/>
          </a:prstGeom>
          <a:ln w="1143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7274052" y="6117336"/>
            <a:ext cx="0" cy="82295"/>
          </a:xfrm>
          <a:prstGeom prst="line">
            <a:avLst/>
          </a:prstGeom>
          <a:ln w="1143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8938259" y="6199631"/>
            <a:ext cx="0" cy="82296"/>
          </a:xfrm>
          <a:prstGeom prst="line">
            <a:avLst/>
          </a:prstGeom>
          <a:ln w="1143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837676" y="6199631"/>
            <a:ext cx="100583" cy="0"/>
          </a:xfrm>
          <a:prstGeom prst="line">
            <a:avLst/>
          </a:prstGeom>
          <a:ln w="1143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837676" y="6117336"/>
            <a:ext cx="0" cy="82295"/>
          </a:xfrm>
          <a:prstGeom prst="line">
            <a:avLst/>
          </a:prstGeom>
          <a:ln w="1143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7694676" y="6409943"/>
            <a:ext cx="923543" cy="0"/>
          </a:xfrm>
          <a:prstGeom prst="line">
            <a:avLst/>
          </a:prstGeom>
          <a:ln w="25400">
            <a:solidFill>
              <a:srgbClr val="E651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7699248" y="6245351"/>
            <a:ext cx="9144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1">
                <a:solidFill>
                  <a:srgbClr val="E65100"/>
                </a:solidFill>
              </a:rPr>
              <a:t>INTER-ROOM FIBER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